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ელექტრული მუხტი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 - გაკვეთილი 2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დადებითი და უარყოფითი მუხტების ურთიერთქმედების წესის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მუხტის ერთეულის (კულონი) გაცნობა.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მუხტთა ურთიერთქმედების მაგალითების ანალიზი.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„ფიზიკა-10“.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ელექტროსკოპი.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მუხტების ურთიერთქმედება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ერთნაირი მუხტები განიზიდავენ, სხვადასხვა — იზიდავენ.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ორი დადებითი მუხტი — განზიდვა.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განსაზღვრეთ ურთიერთქმედება 3 წყვილზე.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დამუხტული ბუშტების ურთიერთქმედება.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წყვილური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ბუშტები, ელექტროსკოპი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ახსენით, რატომ ეკვროდება დამუხტული ბუშტი კედელს.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კულონის კანონის გასაგებად.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