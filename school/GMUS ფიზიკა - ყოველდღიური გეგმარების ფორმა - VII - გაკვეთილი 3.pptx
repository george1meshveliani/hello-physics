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გაზომვის ხელსაწყოები და ცდომილება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VII - გაკვეთილი 3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საზომი ხელსაწყოს ჩვენების სწორად წაკითხვის უნარი.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გაზომვის ცდომილების ცნების გაგება.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სიგრძის, დროისა და ტემპერატურის დამოუკიდებლად გაზომვა.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სახაზავი, წამზომი, თერმომეტრი.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ლაბორატორიული ინსტრუქცია.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სამუშაო ფურცელი შედეგებისთვის.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ლაბორატორიული სამუშაო: გაზომვები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ხელსაწყოს ცდომილება = გაყოფის ფასის ნახევარი.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1 მმ დაყოფაზე ცდომილება — 0,5 მმ.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გაზომეთ მერხის სიგრძე და ოთახის ტემპერატურა.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ჯგუფური ლაბორატორია სამივე ხელსაწყოთი.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ჯგუფური ლაბორატორიული სამუშაო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სახაზავი, წამზომი, თერმომეტრი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დაწერეთ ლაბორატორიული ანგარიში დღეს გაზომილ სიდიდეებზე.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ამტკიცებს ხელსაწყოთი გაზომვისა და ცდომილების გამოთვლის უნარს.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