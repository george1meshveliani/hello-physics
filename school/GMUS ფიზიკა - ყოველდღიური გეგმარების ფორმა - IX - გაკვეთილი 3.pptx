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სავარჯიშოები ვექტორებზე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IX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ვექტორების შეკრების საწყისი წარმოდგენის ჩამოყალიბება.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ვექტორული ამოცანების ეტაპობრივად ამოხსნის უნარი.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გრაფიკული და გამოთვლითი მეთოდის შედარება.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სამუშაო ფურცელი ვექტორული ამოცანებით.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სახაზავი, გრადუსული.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კალკულატორი.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ვექტორების შეკრება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ერთი მიმართულების ვექტორები იკრიბება, საპირისპირო — აკლდება.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3 მ (მარჯვნივ) + 2 მ (მარჯვნივ) = 5 მ.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შეკარით 2 ვექტორი ერთი და საწინააღმდეგო მიმართულებით.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დაფაზე შემოწმება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სახაზავი, სამუშაო ფურცელი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სამუშაო ფურცლის დარჩენილი ვექტორული ამოცანები.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თანაბარაჩქარებული მოძრაობის ანალიზისთვის.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