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სკალარული და ვექტორული სიდიდეები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IX - გაკვეთილი 1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სკალარული და ვექტორული სიდიდეების განსხვავების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კოორდინატთა სისტემაში წერტილის მდებარეობის განსაზღვრა.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ვექტორის გამოსახვა ისრით.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„ფიზიკა-9“.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მილიმეტრიანი ქაღალდი.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სახაზავი.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სკალარები, ვექტორები და კოორდინატები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სკალარს აქვს სიდიდე, ვექტორს — სიდიდე და მიმართულება.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მასა — სკალარი; სიჩქარე — ვექტორი.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5 სიდიდიდან მიუთითეთ სკალარი/ვექტორი.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საკლასო დისკუსია + ინდივიდუალური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მილიმეტრიანი ქაღალდი, სახაზავი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დახაზეთ კოორდინატთა სისტემაში 3 წერტილი და მიუთითეთ კოორდინატები.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გადაადგილების ვექტორული აღწერისთვის.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