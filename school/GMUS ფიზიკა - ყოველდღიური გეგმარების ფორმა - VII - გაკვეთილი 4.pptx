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მექანიკური მოძრაობა: ტრაექტორია და გზა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VII - გაკვეთილი 4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მექანიკური მოძრაობის, ტრაექტორიისა და გზის ცნებების გარჩევა.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მოძრაობის ფარდობითობის მაგალითების ამოცნობა.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მარტივი სქემის აგება ტრაექტორიის საჩვენებლად.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„ფიზიკა-7“.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დაფა/სქემები.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რვეული ტრაექტორიის დასახატად.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ტრაექტორია და გზა — მაგალითები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ტრაექტორია — ხაზი, გზა — მისი სიგრძე.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მოხვეული გზა სკოლამდე ≠ სწორი მანძილი.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დახაზეთ 2 სხვადასხვა ტრაექტორია.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დემონსტრაცია ბურთის მოძრაობით.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დემონსტრაცია + წყვილური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ბურთი, დაფა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აღწერეთ გზა სახლიდან სკოლამდე — მიუთითეთ ტრაექტორიის სახე და სავარაუდო სიგრძე.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ამყარებს ტრაექტორია-გზის განსხვავების გააზრებას.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