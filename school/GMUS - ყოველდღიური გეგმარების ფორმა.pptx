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otoSansGeorgian-bold.fntdata"/><Relationship Id="rId12" Type="http://schemas.openxmlformats.org/officeDocument/2006/relationships/font" Target="fonts/NotoSansGeorgian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დასახელება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