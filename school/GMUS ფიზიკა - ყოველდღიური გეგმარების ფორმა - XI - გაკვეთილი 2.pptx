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მაგნიტური ველის ინდუქცია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XI - გაკვეთილი 2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მაგნიტური ველის ინდუქციის (B) ცნების გაცნობა.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ველის ხაზების თვისებების ცოდნა.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მაგნიტური სპექტრის აგება/წაკითხვა.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„ფიზიკა-11“.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მაგნიტი, რკინის ნაფხვენი, ქაღალდი.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სამუშაო ფურცელი.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მაგნიტური ველის ხაზების ვიზუალიზაცია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ველის ხაზები გადის N-დან S-პოლუსისკენ.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ღეროს მაგნიტის სპექტრი — მოხრილი ხაზები.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დახაზეთ ველის ხაზები ორი მოპირდაპირე მაგნიტისთვის.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მაგნიტური სპექტრი რკინის ნაფხვენით.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ჯგუფური ცდა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მაგნიტი, რკინის ნაფხვენი, ქაღალდი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დახაზეთ და აღწერეთ ერთი მაგნიტის ველის ხაზების სქემა.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ამზადებს ამპერისა და ლორენცის ძალების გასაგებად.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