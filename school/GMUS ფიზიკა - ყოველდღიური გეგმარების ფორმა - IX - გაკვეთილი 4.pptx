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თანაბარაჩქარებული მოძრაობა და აჩქარება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IX - გაკვეთილი 4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აჩქარების, როგორც სიჩქარის ცვლილების სისწრაფის,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ფორმულის a=(v-v₀)/t გამოყენება.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აჩქარების ერთეულის (მ/წმ²) ცოდნა.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„ფიზიკა-9“.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კალკულატორი.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აჩქარების გამოთვლა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a=(v-v₀)/t — სიჩქარის ცვლილება დროის ერთეულში.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v₀=0, v=20 მ/წმ, t=4 წმ → a=5 მ/წმ².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v₀=5, v=25 მ/წმ, t=5 წმ-ზე იპოვეთ a.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ინდივიდუალური მუშაობა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სამუშაო ფურცელი, კალკულატორი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ამოხსენით 3 ამოცანა აჩქარების გამოთვლაზე.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საფუძველია სიჩქარისა და გადაადგილების ფორმულებისთვის.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