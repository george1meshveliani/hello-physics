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იზობარული და იზოქორული პროცესები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XII - გაკვეთილი 5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იზობარული (p=const) და იზოქორული (V=const) პირობების გარჩევა.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გეი-ლუსაკისა და შარლის კანონების ფორმულების ცოდნა.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კანონების გამოყენება მარტივ ამოცანებში.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„ფიზიკა-12“.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მილიმეტრიანი ქაღალდი.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კალკულატორი.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გეი-ლუსაკისა და შარლის კანონები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V/T=const (p=const); p/T=const (V=const).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V₁/T₁=V₂/T₂-დან იპოვეთ V₂.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p₁=2 ატმ, T₁=300K, T₂=400K-ზე იპოვეთ p₂.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—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ინდივიდუალური მუშაობა + საკლასო განხილვა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სამუშაო ფურცელი, კალკულატორი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ამოხსენით ორივე კანონზე თითო ამოცანა.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ამთავრებს იზოპროცესების ბლოკს შემდეგი ლაბორატორიის წინ.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