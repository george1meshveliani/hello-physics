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გამტარები და დიელექტრიკები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 - გაკვეთილი 5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გამტარისა და დიელექტრიკის განსხვავების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თავისუფალი მუხტმტარების როლის გაცნობა გამტარობაში.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ყოფითი მასალების გამტარებად/დიელექტრიკებად კლასიფიცირება.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„ფიზიკა-10“.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მასალების ნიმუშები.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ელექტროსკოპი.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გამტარები და დიელექტრიკები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გამტარებში მუხტი თავისუფლად მოძრაობს, დიელექტრიკებში — არა.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ლითონი — გამტარი; რეზინი — დიელექტრიკი.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დაყავით 6 მასალა გამტარებად/დიელექტრიკებად.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მასალების შემოწმება ელექტროსკოპთან.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ჯგუფური ცდა + კლასიფიკაცია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მასალების ნიმუშები, ელექტროსკოპი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იპოვეთ სახლში 3 გამტარი და 3 დიელექტრიკი მასალა და ჩამოწერეთ.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ამზადებს ელექტრული ველისა და გამტარობის შესწავლისთვის.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