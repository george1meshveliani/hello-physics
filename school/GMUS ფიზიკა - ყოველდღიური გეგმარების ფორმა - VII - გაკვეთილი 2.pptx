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ფიზიკური სიდიდეები და სი ერთეულები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ფიზიკური სიდიდის ცნებისა და მისი გაზომვის აუცილებლობის გააზრება.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სი-ის ძირითადი ერთეულების (მეტრი, კილოგრამი, წამი)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ერთეულთა გადაყვანის (მაგ. სმ→მ) უნარის გამომუშავება.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„ფიზიკა-7“.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სი ერთეულების ცხრილი.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კალკულატორი.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სი ერთეულების სისტემა და გადაყვანა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ფიზიკური სიდიდე და მისი ერთეული სი-ში.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250 სმ = 2,5 მ.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გადაიყვანეთ 3,2 კმ მ-ში და 500 გ კგ-ში.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ჯგუფური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სი ერთეულების ცხრილი, სამუშაო ფურცელი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სახელმძღვანელოდან ამოხსენით 4 ამოცანა ერთეულთა გადაყვანაზე.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ამყარებს ერთეულთა გადაყვანის პრაქტიკულ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