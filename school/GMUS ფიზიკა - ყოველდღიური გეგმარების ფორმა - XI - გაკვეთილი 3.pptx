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Noto Sans Georgian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FTkcRW8u/SH9hvfOxt8iS2x/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NotoSansGeorgian-regular.fntdata"/><Relationship Id="rId13" Type="http://schemas.openxmlformats.org/officeDocument/2006/relationships/font" Target="fonts/NotoSansGeorgian-bold.fntdata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ceb06b7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f8ceb06b7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8ceb06b7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8ceb06b7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f8ceb06b7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f8ceb06b7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903720" y="1417320"/>
            <a:ext cx="3657600" cy="4251960"/>
          </a:xfrm>
          <a:prstGeom prst="roundRect">
            <a:avLst>
              <a:gd fmla="val 16667" name="adj"/>
            </a:avLst>
          </a:prstGeom>
          <a:solidFill>
            <a:srgbClr val="EAF6F5">
              <a:alpha val="96078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904781" y="384048"/>
            <a:ext cx="862279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820656" y="678485"/>
            <a:ext cx="1493215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736531" y="1141171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051560"/>
            <a:ext cx="5897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36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დედამიწის მაგნიტური ველი</a:t>
            </a:r>
            <a:endParaRPr b="0" i="0" sz="36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29718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>GMUS ფიზიკა - ყოველდღიური გეგმარების ფორმა - XI - გაკვეთილი 3</a:t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778" y="1828800"/>
            <a:ext cx="303320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8ceb06b7e_0_39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f8ceb06b7e_0_39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8ceb06b7e_0_39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8ceb06b7e_0_39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7" name="Google Shape;37;g3f8ceb06b7e_0_39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8" name="Google Shape;38;g3f8ceb06b7e_0_39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9" name="Google Shape;39;g3f8ceb06b7e_0_39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თემის ფარგლებში დასამუშავებელი მიზნები</a:t>
            </a:r>
            <a:endParaRPr b="0" i="0" sz="2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g3f8ceb06b7e_0_39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41" name="Google Shape;41;g3f8ceb06b7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343" y="1917125"/>
            <a:ext cx="2824366" cy="3252300"/>
          </a:xfrm>
          <a:prstGeom prst="rect">
            <a:avLst/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" name="Google Shape;42;g3f8ceb06b7e_0_39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დედამიწის მაგნიტური ველის არსებობის გაცნობა.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ფერო-, პარა- და დიამაგნეტიკების განსხვავების გაგება.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კომპასის მუშაობის პრინციპის ახსნა.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ceb06b7e_0_57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8ceb06b7e_0_57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ceb06b7e_0_57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8ceb06b7e_0_57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2" name="Google Shape;52;g3f8ceb06b7e_0_57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3" name="Google Shape;53;g3f8ceb06b7e_0_57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4" name="Google Shape;54;g3f8ceb06b7e_0_57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7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მიზნის მისაღწევად დასამუშავებელი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5" name="Google Shape;55;g3f8ceb06b7e_0_57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6" name="Google Shape;56;g3f8ceb06b7e_0_57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სახელმძღვანელო „ფიზიკა-11“.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კომპასი.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მასალების ნიმუშები.</a:t>
            </a:r>
            <a:endParaRPr/>
          </a:p>
        </p:txBody>
      </p:sp>
      <p:pic>
        <p:nvPicPr>
          <p:cNvPr id="57" name="Google Shape;57;g3f8ceb06b7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986" y="1940300"/>
            <a:ext cx="3397075" cy="33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დროის მართვა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დღის გეგმა — დროის განაწილება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9808" y="1664208"/>
            <a:ext cx="772680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9808" y="1664208"/>
            <a:ext cx="109800" cy="43434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8408" y="2011680"/>
            <a:ext cx="32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44168" y="20116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წინარე ცოდნის გააქტიურება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5577840" y="21762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6903720" y="20116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78408" y="26974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44168" y="26974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დავალებაზე / წინა მასალაზე მუშაობა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5577840" y="28620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6903720" y="2697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78408" y="33832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44168" y="33832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5577840" y="35478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903720" y="33832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78408" y="4069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44168" y="40690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II / პრაქტიკა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541265" y="4197097"/>
            <a:ext cx="12345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903720" y="4069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78408" y="47548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344168" y="47548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შეჯამება / გამოსასვლელი ბილეთი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5577840" y="49194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6903720" y="47548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59552" y="548640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სულ: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6172200" y="56418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7178040" y="54864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აქტივობების აღწერა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08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Noto Sans Georgian"/>
              </a:rPr>
              <a:t>დედამიწის მაგნიტური ველი და მასალები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9808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05840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1005840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1005840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6163056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1. თეორია: დედამიწა მოქმედებს როგორც დიდი მაგნიტი.</a:t>
            </a:r>
            <a:endParaRPr/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2. მაგალითი: რკინა — ფერომაგნეტიკი, ძლიერად იზიდება.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3. ამოცანები: დაყავით 4 მასალა ფერო/პარა/დიამაგნეტიკებად.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4. ცდა: კომპასის ქცევა მაგნიტთან.</a:t>
            </a:r>
          </a:p>
        </p:txBody>
      </p:sp>
      <p:sp>
        <p:nvSpPr>
          <p:cNvPr id="119" name="Google Shape;119;p4"/>
          <p:cNvSpPr/>
          <p:nvPr/>
        </p:nvSpPr>
        <p:spPr>
          <a:xfrm>
            <a:off x="6163056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19088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ინსტრუქცია მოსწავლეებისთვის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6419088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6419088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749808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დემონსტრაცია + ჯგუფური მუშაობა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49808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005840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ფორმატი / ორგანიზება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1005840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1005840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163056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კომპასი, მასალების ნიმუშები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63056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19088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/ რესურსი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6419088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6419088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რეფლექსია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3224" y="850400"/>
            <a:ext cx="883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მასწავლებლის</a:t>
            </a:r>
            <a:r>
              <a:rPr b="1" lang="en-US" sz="29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/ მოსწავლის </a:t>
            </a:r>
            <a:endParaRPr b="1" sz="2900">
              <a:solidFill>
                <a:srgbClr val="111827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მოკლე რეფლექსია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49808" y="178308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49808" y="178308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005840" y="20116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გამოვიდა კარგად?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572000" y="225856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749808" y="320040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49808" y="320040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05840" y="342900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საჭიროებს შეცვლას?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4572000" y="367588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49808" y="461772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49808" y="461772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005840" y="48463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რას გავითვალისწინებ შემდეგ ჯერზე?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0" y="509320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942832" y="2011680"/>
            <a:ext cx="2057400" cy="3063240"/>
          </a:xfrm>
          <a:prstGeom prst="roundRect">
            <a:avLst>
              <a:gd fmla="val 16667" name="adj"/>
            </a:avLst>
          </a:prstGeom>
          <a:solidFill>
            <a:srgbClr val="EAF6F5">
              <a:alpha val="94902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2665476"/>
            <a:ext cx="173736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 და შემდეგი ნაბიჯი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9808" y="1691640"/>
            <a:ext cx="653796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9808" y="1691640"/>
            <a:ext cx="109728" cy="425196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005840" y="19385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ფორმულირება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6" name="Google Shape;176;p6"/>
          <p:cNvCxnSpPr/>
          <p:nvPr/>
        </p:nvCxnSpPr>
        <p:spPr>
          <a:xfrm>
            <a:off x="1005840" y="2633472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>
            <a:off x="1005840" y="3218688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1005840" y="380390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1005840" y="4590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lang="en-US" sz="1300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კავშირი მიზანთან 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1005840" y="526694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8001000" y="1874520"/>
            <a:ext cx="2926080" cy="3520440"/>
          </a:xfrm>
          <a:prstGeom prst="roundRect">
            <a:avLst>
              <a:gd fmla="val 16667" name="adj"/>
            </a:avLst>
          </a:prstGeom>
          <a:solidFill>
            <a:srgbClr val="FFF1C2">
              <a:alpha val="94902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2595537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TextBox 182"/>
          <p:cNvSpPr txBox="1"/>
          <p:nvPr/>
        </p:nvSpPr>
        <p:spPr>
          <a:xfrm>
            <a:off x="1005840" y="2280000"/>
            <a:ext cx="580644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ახსენით, როგორ ეხმარება კომპასი ორიენტირებას დედამიწის ზედაპირზე.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05840" y="4880000"/>
            <a:ext cx="58064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აკავშირებს მაგნიტურ ველს რეალურ ნავიგაციასთან.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2026-09-10T06:09:59Z</dcterms:created>
  <dc:creator>OpenAI</dc:creator>
</cp:coreProperties>
</file>