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ტემპერატურა და მოლეკულების მოძრაობა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XII - გაკვეთილი 2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ტემპერატურისა და მოლეკულების საშუალო კინეტიკური ენერგიის კავშირის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აბსოლუტური ტემპერატურის სკალის (კელვინი)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ფორმულის T(K)=t(°C)+273 გამოყენება.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„ფიზიკა-12“.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ტემპერატურის სკალები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მაღალი T ნიშნავს მეტ საშუალო სიჩქარეს.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27°C = 300 K.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გადაიყვანეთ 0°C და 100°C კელვინში.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3 ამოცანა ტემპერატურის სკალებს შორის გადაყვანაზე.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იდეალური აირის განტოლებისთვის.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