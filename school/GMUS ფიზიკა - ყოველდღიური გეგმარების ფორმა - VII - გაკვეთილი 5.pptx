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მოძრაობის სახეები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VII - გაკვეთილი 5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მოძრაობის სახეების (წრფივი, მრუდწირული, ბრუნვითი) გარჩევა.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რეალურ მაგალითებში მოძრაობის სახის ამოცნობა.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მოძრაობის სახეების კლასიფიკაციის სქემის შედგენა.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„ფიზიკა-7“.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სამუშაო ფურცელი კლასიფიკაციისთვის.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სურათები/ვიდეო მაგალითებით.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მოძრაობის სახეების კლასიფიკაცია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წრფივი, მრუდწირული და ბრუნვითი მოძრაობა.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მანქანა სწორ გზაზე — წრფივი მოძრაობა.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მიუსადაგეთ 5 მაგალითი მოძრაობის სახეს.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დემონსტრაცია ბურთით (გორვა და სროლა).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წყვილური სამუშაო + დისკუსია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ბურთი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იპოვეთ და ჩამოწერეთ 3 მაგალითი თითოეული სახის მოძრაობაზე.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ამტკიცებს მოძრაობის სახეების ამოცნობის უნარს.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