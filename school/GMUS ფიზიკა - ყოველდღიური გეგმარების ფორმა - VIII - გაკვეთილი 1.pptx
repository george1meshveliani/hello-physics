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მექანიკური მუშაობა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VIII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მექანიკური მუშაობის ცნებისა და პირობის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ფორმულის A=F·s გამოყენება მარტივ ამოცანებში.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ერთეულ ჯოულის მნიშვნელობის ცოდნა.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„ფიზიკა-8“.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 ფორმულებით.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მუშაობის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A=F·s, ერთეული — ჯოული (ჯ).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F=20 ნ, s=3 მ → A=60 ჯ.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F=15 ნ, s=4 მ და F=50 ნ, s=2 მ.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განხილვა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3 ამოცანა მუშაობის გამოთვლაზე (სახელმძღვანელოდან).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A=F·s ფორმულის გამოყენების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