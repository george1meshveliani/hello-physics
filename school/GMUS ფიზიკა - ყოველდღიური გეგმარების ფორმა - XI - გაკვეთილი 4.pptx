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ამპერის ძალა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XI - გაკვეთილი 4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ამპერის ძალის ცნებისა და ფორმულის F=BIl·sinα ცოდნა.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მარცხენა ხელის წესის გამოყენება მიმართულების საპოვნელად.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ფორმულის გამოყენება მარტივ ამოცანებში.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„ფიზიკა-11“.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კალკულატორი.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სამუშაო ფურცელი.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ამპერის ძალის გამოთვლა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F=BIl·sinα; მიმართულება — მარცხენა ხელის წესით.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B=0,5 ტლ, I=2 ა, l=1 მ → F=1 ნ.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B=0,2 ტლ, I=5 ა, l=0,5 მ-ზე იპოვეთ F.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ინდივიდუალური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სამუშაო ფურცელი, კალკულატორი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ამოხსენით 2 ამოცანა ამპერის ძალაზე და განსაზღვრეთ მიმართულება.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საფუძველია ამპერის ძალის ლაბორატორიული შესწავლისთვის.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