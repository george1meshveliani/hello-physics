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მუდმივი მაგნიტები და მაგნიტური ველი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XI - გაკვეთილი 1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მაგნიტური ველის, როგორც მატერიის ფორმის,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მაგნიტის პოლუსების ურთიერთქმედების წესის ცოდნა.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ყოფითი მაგნიტური მოვლენების ამოცნობა.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„ფიზიკა-11“.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ღეროს მაგნიტები (2 ცალი).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რკინის ნაფხვენი.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მაგნიტების ურთიერთქმედება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ერთნაირი პოლუსები განიზიდავენ, სხვადასხვა — იზიდავენ.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N-N პოლუსების მიახლოებისას — განზიდვა.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განსაზღვრეთ ურთიერთქმედება 3 წყვილ პოლუსზე.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მაგნიტების ურთიერთქმედების დემონსტრირება.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დემონსტრაცია + წყვილური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ღეროს მაგნიტები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ჩამოწერეთ 3 ყოფითი მოწყობილობა, სადაც მაგნიტი გამოიყენება.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საფუძველია მაგნიტური ველის ხაზების თემისთვის.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