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მოლეკულურ-კინეტიკური თეორიის საფუძვლები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XII - გაკვეთილი 1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მკთ-ის სამი ძირითადი დებულების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ნივთიერების დისკრეტული აგებულების დამადასტურებელი ცდების გაცნობა.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დიფუზიისა და ბრაუნის მოძრაობის ახსნა მოლეკულური თეორიით.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„ფიზიკა-12“.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ვიდეო/სურათი ბრაუნის მოძრაობაზე.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მოლეკულურ-კინეტიკური თეორია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ნივთიერება — ნაწილაკები უწყვეტ ქაოტურ მოძრაობაში.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სუნის გავრცელება ოთახში — დიფუზია.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ახსენით 2 მოვლენა (დიფუზია, აორთქლება) მკთ-ით.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დიფუზია — საღებავი წყალში.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დემონსტრაცია + საკლასო დისკუსია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საღებავი, წყალი, ჭიქა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აღწერეთ ერთი მოვლენა, რომელიც ადასტურებს ნივთიერების დისკრეტულ აგებულებას.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საფუძველია აირის კანონების შემდგომი შესწავლისთვის.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