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მუხტის მუდმივობის კანონი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X - გაკვეთილი 4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მუხტის მუდმივობის კანონის ფორმულირების ცოდნა.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კანონის გამოყენება დახურულ სისტემაში მუხტის გადანაწილებისას.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კანონის მაგალითებზე ახსნის უნარი.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„ფიზიკა-10“.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ორი ელექტროსკოპი.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სამუშაო ფურცელი.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მუხტის მუდმივობა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დახურულ სისტემაში მუხტთა ჯამი უცვლელია.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q₁=+6, q₂=−2 შეხებისას → თითოს რჩება +2 კლ.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q₁=+8, q₂=−4 კლ-ის შეხებისას იპოვეთ საბოლოო მუხტი.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—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ინდივიდუალური მუშაობა + საკლასო განხილვა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სამუშაო ფურცელი, კალკულატორი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ამოხსენით 2 ამოცანა მუხტის მუდმივობის კანონზე.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ამტკიცებს დახურულ სისტემაში მუხტის გადანაწილების გააზრებას.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