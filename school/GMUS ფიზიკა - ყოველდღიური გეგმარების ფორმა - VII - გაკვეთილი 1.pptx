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ფიზიკა, როგორც საბუნებისმეტყველო მეცნიერება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VII - გაკვეთილი 1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ფიზიკის, როგორც საბუნებისმეტყველო მეცნიერების არსის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ფიზიკის დარგებისა და კვლევის მეთოდის (დაკვირვება, ცდა) ამოცნობა.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ფიზიკური მოვლენების გამორჩევა ყოველდღიური მოვლენებისგან.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„ფიზიკა-7“.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თვალსაჩინო მასალები ფიზიკური მოვლენების მაგალითებით.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დაფა და მარკერი დისკუსიისთვის.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დისკუსია და მაგალითების კლასიფიკაცია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რას სწავლობს ფიზიკა და მისი დარგები.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ცისარტყელა — ოპტიკის მაგალითი.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ჩამოთვალეთ 5 ფიზიკური მოვლენა გარშემო.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დემონსტრაცია (მაგნიტი, სარკე).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მასწავლებლის ახსნა + საკლასო დისკუსია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სურათები, დემონსტრაციის ნივთები (მაგნიტი, სარკე)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მოამზადეთ 3 მაგალითი ფიზიკური მოვლენისა ყოფიდან და მიუთითეთ, რომელ დარგს განეკუთვნება.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განამტკიცებს ფიზიკური მოვლენების ამოცნობის უნარს.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