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Noto Sans Georgi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nsQgY595LH0cqB+u3xMqjxJ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NotoSansGeorgian-regular.fntdata"/><Relationship Id="rId15" Type="http://schemas.openxmlformats.org/officeDocument/2006/relationships/font" Target="fonts/NotoSansGeorgian-bold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886200" y="0"/>
            <a:ext cx="10972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92894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092690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292486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829800" y="510235"/>
            <a:ext cx="1493215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15"/>
              <a:buFont typeface="Noto Sans Georgian"/>
              <a:buNone/>
            </a:pPr>
            <a:r>
              <a:rPr b="1" i="0" lang="en-US" sz="2415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41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745675" y="941375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1097280"/>
            <a:ext cx="55778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Noto Sans Georgian"/>
              <a:buNone/>
            </a:pPr>
            <a:r>
              <a:rPr b="1" lang="en-US" sz="3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ფიზიკა — X კლასი</a:t>
            </a:r>
            <a:endParaRPr b="0" i="0" sz="3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68096" y="288036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2050082"/>
            <a:ext cx="5394960" cy="275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768096" y="62453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150"/>
              <a:buFont typeface="Noto Sans Georgian"/>
              <a:buNone/>
            </a:pPr>
            <a:r>
              <a:rPr b="1" i="0" lang="en-US" sz="115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პირველი კვირა</a:t>
            </a:r>
            <a:endParaRPr b="0" i="0" sz="11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E7490"/>
          </a:solidFill>
          <a:ln cap="flat" cmpd="sng" w="1015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წლის რუკა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15728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მეცნიერული წიგნიერება:</a:t>
            </a:r>
            <a:r>
              <a:rPr lang="en-US" sz="1100">
                <a:solidFill>
                  <a:schemeClr val="dk1"/>
                </a:solidFill>
              </a:rPr>
              <a:t> ელექტრული მუხტის, ველისა და დენის ცნებების ზუსტი გამოყენება.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ანალიტიკური აზროვნება:</a:t>
            </a:r>
            <a:r>
              <a:rPr lang="en-US" sz="1100">
                <a:solidFill>
                  <a:schemeClr val="dk1"/>
                </a:solidFill>
              </a:rPr>
              <a:t> კულონისა და ომის კანონების გამოყენება ამოცანებში.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წრედების გააზრება:</a:t>
            </a:r>
            <a:r>
              <a:rPr lang="en-US" sz="1100">
                <a:solidFill>
                  <a:schemeClr val="dk1"/>
                </a:solidFill>
              </a:rPr>
              <a:t> მიმდევრობითი და პარალელური შეერთებების კანონზომიერებების ახსნა.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უსაფრთხოების კულტურა:</a:t>
            </a:r>
            <a:r>
              <a:rPr lang="en-US" sz="1100">
                <a:solidFill>
                  <a:schemeClr val="dk1"/>
                </a:solidFill>
              </a:rPr>
              <a:t> ელექტრობასთან უსაფრთხო მოპყრობის წესების ცოდნა.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8382" y="17144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8382" y="76810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წლის მიზნები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3648" y="2591001"/>
            <a:ext cx="2423160" cy="17217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საგნის ხედვა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ელექტრული მუხტი:</a:t>
            </a:r>
            <a:r>
              <a:rPr lang="en-US" sz="1100">
                <a:solidFill>
                  <a:schemeClr val="dk1"/>
                </a:solidFill>
              </a:rPr>
              <a:t> ელექტრიზაცია, კულონის კანონი, მუხტის მუდმივობა.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ელექტრული ველი:</a:t>
            </a:r>
            <a:r>
              <a:rPr lang="en-US" sz="1100">
                <a:solidFill>
                  <a:schemeClr val="dk1"/>
                </a:solidFill>
              </a:rPr>
              <a:t> დაძაბულობა, პოტენციალი, ველის ხაზები.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კონდენსატორები:</a:t>
            </a:r>
            <a:r>
              <a:rPr lang="en-US" sz="1100">
                <a:solidFill>
                  <a:schemeClr val="dk1"/>
                </a:solidFill>
              </a:rPr>
              <a:t> ტევადობა, ველის ენერგია, მიმდევრობითი და პარალელური შეერთება.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ელექტრული დენი:</a:t>
            </a:r>
            <a:r>
              <a:rPr lang="en-US" sz="1100">
                <a:solidFill>
                  <a:schemeClr val="dk1"/>
                </a:solidFill>
              </a:rPr>
              <a:t> ომის კანონი, წინაღობა, დენის მუშაობა და სიმძლავრე.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68107" y="18150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1323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რას ვისწავლით წელს?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4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329041"/>
            <a:ext cx="3977640" cy="24010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1520" y="213984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გამოთვლითი უნარები:</a:t>
            </a:r>
            <a:r>
              <a:rPr lang="en-US" sz="1100">
                <a:solidFill>
                  <a:schemeClr val="dk1"/>
                </a:solidFill>
              </a:rPr>
              <a:t> ფასდება ომისა და კულონის კანონების გამოყენება ამოცანებში.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სამუშაო:</a:t>
            </a:r>
            <a:r>
              <a:rPr lang="en-US" sz="1100">
                <a:solidFill>
                  <a:schemeClr val="dk1"/>
                </a:solidFill>
              </a:rPr>
              <a:t> წრედის აწყობის, გაზომვისა და ანგარიშის შედგენის უნარი.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მკაფიო რუბრიკა:</a:t>
            </a:r>
            <a:r>
              <a:rPr lang="en-US" sz="1100">
                <a:solidFill>
                  <a:schemeClr val="dk1"/>
                </a:solidFill>
              </a:rPr>
              <a:t> წინასწარ ცნობილი კრიტერიუმები წერითი და ლაბორატორიული სამუშაოსთვის.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13232" y="1051579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 და უკუკავშირი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832" y="2659545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პროცესი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დემონსტრაციები:</a:t>
            </a:r>
            <a:r>
              <a:rPr lang="en-US" sz="1100">
                <a:solidFill>
                  <a:schemeClr val="dk1"/>
                </a:solidFill>
              </a:rPr>
              <a:t> ელექტრიზაცია, ველის ხაზების ვიზუალიზაცია, ჰიდრავლიკური ანალოგიები.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სამუშაოები:</a:t>
            </a:r>
            <a:r>
              <a:rPr lang="en-US" sz="1100">
                <a:solidFill>
                  <a:schemeClr val="dk1"/>
                </a:solidFill>
              </a:rPr>
              <a:t> დენის ძალის, ძაბვისა და წინაღობის გაზომვა.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ამოცანების ამოხსნა:</a:t>
            </a:r>
            <a:r>
              <a:rPr lang="en-US" sz="1100">
                <a:solidFill>
                  <a:schemeClr val="dk1"/>
                </a:solidFill>
              </a:rPr>
              <a:t> კულონისა და ომის კანონები, წრედების გამოთვლა.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განმეორება-განზოგადება:</a:t>
            </a:r>
            <a:r>
              <a:rPr lang="en-US" sz="1100">
                <a:solidFill>
                  <a:schemeClr val="dk1"/>
                </a:solidFill>
              </a:rPr>
              <a:t> შუალედური და სემესტრული საკონტროლო სამუშაოები.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58382" y="1687057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5838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გაკვეთილები და დავალებები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1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259581"/>
            <a:ext cx="2834640" cy="228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0290" y="10145"/>
            <a:ext cx="12191700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რესურსები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8095" y="18837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სახელმძღვანელო და ხელსაწყოები:</a:t>
            </a:r>
            <a:r>
              <a:rPr lang="en-US" sz="1100">
                <a:solidFill>
                  <a:schemeClr val="dk1"/>
                </a:solidFill>
              </a:rPr>
              <a:t> „ფიზიკა-10“, ამპერმეტრი, ვოლტმეტრი, წრედის კომპლექტი.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დამხმარე მასალები:</a:t>
            </a:r>
            <a:r>
              <a:rPr lang="en-US" sz="1100">
                <a:solidFill>
                  <a:schemeClr val="dk1"/>
                </a:solidFill>
              </a:rPr>
              <a:t> სქემები, ონლაინ სიმულაციები წრედებზე, სამუშაო ფურცლები.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107" y="18837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04107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და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F1C2">
              <a:alpha val="90980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7053" y="2029968"/>
            <a:ext cx="2588334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მტკიცებულებები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13232" y="1051560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Noto Sans Georgian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პორტფოლიო / ლაბორატორიული ნამუშევრების საქაღალდე</a:t>
            </a:r>
            <a:endParaRPr b="0" i="0" sz="2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2573930"/>
            <a:ext cx="2148840" cy="1609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ჩართულობა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„ელექტროსტატიკის შოუ“:</a:t>
            </a:r>
            <a:r>
              <a:rPr lang="en-US" sz="1100">
                <a:solidFill>
                  <a:schemeClr val="dk1"/>
                </a:solidFill>
              </a:rPr>
              <a:t> ცდები ელექტრიზაციასა და ელექტროსკოპთან.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წრედების ასაწყობი გამოწვევა:</a:t>
            </a:r>
            <a:r>
              <a:rPr lang="en-US" sz="1100">
                <a:solidFill>
                  <a:schemeClr val="dk1"/>
                </a:solidFill>
              </a:rPr>
              <a:t> მარტივი წრედის აწყობა მოცემული პირობებით.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უსაფრთხო ელექტრობის დისკუსია:</a:t>
            </a:r>
            <a:r>
              <a:rPr lang="en-US" sz="1100">
                <a:solidFill>
                  <a:schemeClr val="dk1"/>
                </a:solidFill>
              </a:rPr>
              <a:t> ყოფითი შემთხვევების ანალიზი და უსაფრთხოების წესები.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ხალისიანი აქტივობები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2525137"/>
            <a:ext cx="3429000" cy="1752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შეთანხმებები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გუნდურობა და პატივისცემა:</a:t>
            </a:r>
            <a:r>
              <a:rPr lang="en-US" sz="1100">
                <a:solidFill>
                  <a:schemeClr val="dk1"/>
                </a:solidFill>
              </a:rPr>
              <a:t> წრედების აწყობისას ვთანამშრომლობთ და ვისმენთ ერთმანეთს.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აქტიური ჩართულობა და უსაფრთხოება:</a:t>
            </a:r>
            <a:r>
              <a:rPr lang="en-US" sz="1100">
                <a:solidFill>
                  <a:schemeClr val="dk1"/>
                </a:solidFill>
              </a:rPr>
              <a:t> ლაბორატორიაში მკაცრად ვიცავთ უსაფრთხოების წესებს.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მზადყოფნა და პასუხისმგებლობა:</a:t>
            </a:r>
            <a:r>
              <a:rPr lang="en-US" sz="1100">
                <a:solidFill>
                  <a:schemeClr val="dk1"/>
                </a:solidFill>
              </a:rPr>
              <a:t> გაკვეთილზე გვაქვს კალკულატორი და საჭირო მასალები, დავალებებს ვაბარებთ დროულად.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წესები / შეთანხმებები / კითხვები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496" y="2121938"/>
            <a:ext cx="2514600" cy="28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2026-09-10T05:56:14Z</dcterms:created>
  <dc:creator>OpenAI</dc:creator>
</cp:coreProperties>
</file>