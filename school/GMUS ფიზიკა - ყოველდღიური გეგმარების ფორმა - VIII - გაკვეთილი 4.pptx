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otoSansGeorgian-regular.fntdata"/><Relationship Id="rId13" Type="http://schemas.openxmlformats.org/officeDocument/2006/relationships/font" Target="fonts/NotoSansGeorgian-bold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კინეტიკური ენერგია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>GMUS ფიზიკა - ყოველდღიური გეგმარების ფორმა - VIII - გაკვეთილი 4</a:t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ენერგიის, როგორც მუშაობის შესრულების უნარის გაგება.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კინეტიკური ენერგიის ფორმულის (Eკ=mv²/2) ცოდნა.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ფორმულის გამოყენება მარტივ ამოცანებში.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სახელმძღვანელო „ფიზიკა-8“.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კალკულატორი.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სამუშაო ფურცელი.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Noto Sans Georgian"/>
              </a:rPr>
              <a:t>კინეტიკური ენერგიის გამოთვლა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1. თეორია: Eკ=mv²/2 — მოძრავი სხეულის ენერგია.</a:t>
            </a:r>
            <a:endParaRPr/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2. მაგალითი: m=2 კგ, v=3 მ/წმ → Eკ=9 ჯ.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3. ამოცანები: m=5 კგ, v=4 მ/წმ-ზე იპოვეთ Eკ.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4. ცდა: ურიკის შეჯახება დაბრკოლებასთან.</a:t>
            </a:r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დემონსტრაცია + ინდივიდუალური მუშაობა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ურიკა, სამუშაო ფურცელი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1005840" y="2280000"/>
            <a:ext cx="58064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იპოვეთ კინეტიკური ენერგია სხვადასხვა სიჩქარით მოძრავი სხეულისთვის (2 მაგალითი).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5840" y="4880000"/>
            <a:ext cx="5806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ამზადებს პოტენციური ენერგიის შედარებისთვის.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