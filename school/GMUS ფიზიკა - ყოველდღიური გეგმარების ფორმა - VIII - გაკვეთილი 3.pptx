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მუშაობისა და სიმძლავრის ამოცანები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VIII - გაკვეთილი 3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A=F·s და P=A/t ფორმულების ერთობლივი გამოყენება.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კომპლექსური ამოცანის ეტაპობრივად ამოხსნის უნარი.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ამონახსნის შემოწმება ერთეულების მიხედვით.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სამუშაო ფურცელი ამოცანებით.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კალკულატორი.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დაფა ამონახსნების საჩვენებლად.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კომბინირებული ამოცანები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A=F·s და P=A/t ფორმულების გამეორება.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F=100 ნ, s=5 მ, t=20 წმ → A=500 ჯ, P=25 ვტ.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2 კომბინირებული ამოცანა A და P-ზე.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—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ინდივიდუალური მუშაობა + დაფაზე შემოწმება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სამუშაო ფურცელი, კალკულატორი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ამოხსენით სამუშაო ფურცლის დარჩენილი 2 ამოცანა.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ამზადებს მოსწავლეს ენერგიის თემისთვის.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