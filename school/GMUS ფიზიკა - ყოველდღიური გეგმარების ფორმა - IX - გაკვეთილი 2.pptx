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გადაადგილება და განვლილი გზა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IX - გაკვეთილი 2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გადაადგილებისა (ვექტორი) და გზის (სკალარი) განსხვავების გაგება.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მარტივ შემთხვევებში გადაადგილების სიდიდის გამოთვლა.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მაგალითებზე გზისა და გადაადგილების შედარება.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„ფიზიკა-9“.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სამუშაო ფურცელი.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სახაზავი.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გზა და გადაადგილება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გადაადგილება — საწყისსა და ბოლო წერტილს შორის ვექტორი.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400 მ წრიულ ტრასაზე დაბრუნება → გადაადგილება=0.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იპოვეთ გადაადგილება და გზა მართკუთხა ტრაექტორიაზე.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—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წყვილური მუშაობა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სამუშაო ფურცელი, სახაზავი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შეადგინეთ მაგალითი, სადაც გზა და გადაადგილება განსხვავდება, და გამოთვალეთ ორივე.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ამტკიცებს ვექტორული სიდიდის გამოთვლის უნარს.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