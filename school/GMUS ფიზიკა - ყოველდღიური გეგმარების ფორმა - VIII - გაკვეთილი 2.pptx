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სიმძლავრე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VIII - გაკვეთილი 2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სიმძლავრის, როგორც მუშაობის სისწრაფის საზომის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ფორმულის P=A/t გამოყენება ამოცანებში.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ვატის ერთეულის გააზრება რეალურ მაგალითებში.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„ფიზიკა-8“.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სიმძლავრის გამოთვლა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P=A/t, ერთეული — ვატი (ვტ).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A=200 ჯ, t=10 წმ → P=20 ვტ.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A=500 ჯ, t=25 წმ-ზე იპოვეთ P.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წყვილური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შეადარეთ ორი ხელსაწყოს სიმძლავრე (ეტიკეტიდან) და ახსენით განსხვავება.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აკავშირებს გაკვეთილს ყოფით ელექტროხელსაწყოებთან.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