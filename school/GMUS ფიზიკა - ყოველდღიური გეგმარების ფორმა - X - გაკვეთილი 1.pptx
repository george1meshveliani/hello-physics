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ელექტრიზაციის მოვლენა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 - გაკვეთილი 1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ელექტრიზაციის მოვლენის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ხახუნით, შეხებითა და ინდუქციით ელექტრიზაციის ხერხების გარჩევა.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ყოფითი ელექტრიზაციის მაგალითების ამოცნობა.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„ფიზიკა-10“.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ელექტროსკოპი.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მინის/ეშკერის ჩხირები, მატყლი.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ელექტრიზაციის ცდები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ელექტრიზაცია — სხეულის მუხტის შეძენა.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ეშკერის ჩხირი მატყლზე ხახუნისას მუხტდება.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ახსენით, რატომ იზიდავს ჩხირი ქაღალდის ნაფლეთებს.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ელექტრიზაცია ჩხირითა და ელექტროსკოპით.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დემონსტრაცია + საკლასო დისკუსია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მინის/ეშკერის ჩხირი, მატყლი, ელექტროსკოპი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იპოვეთ და აღწერეთ 2 ყოფითი მაგალითი ელექტრიზაციისა.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საფუძველია ელექტრული მუხტის თემის გასაგებად.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