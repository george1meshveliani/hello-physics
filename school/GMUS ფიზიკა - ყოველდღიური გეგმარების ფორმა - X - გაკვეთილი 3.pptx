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ელემენტარული მუხტი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 - გაკვეთილი 3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ელემენტარული მუხტის ცნების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ნებისმიერი მუხტის e-ის ჯერადობის გააზრება (q=n·e).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ფორმულის გამოყენება მარტივ ამოცანებში.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„ფიზიკა-10“.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მუხტის კვანტურობის ამოცანები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q=n·e, სადაც e=1,6·10⁻¹⁹ კლ.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n=5-ზე q=5·1,6·10⁻¹⁹=8·10⁻¹⁹ კლ.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იპოვეთ მუხტი 10 და 100 ელექტრონისთვის.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2 ამოცანა მუხტის კვანტურობაზე.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მუხტის მუდმივობის კანონისთვის.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