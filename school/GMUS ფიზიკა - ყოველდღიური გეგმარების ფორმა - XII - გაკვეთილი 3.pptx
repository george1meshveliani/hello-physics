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იდეალური აირის მდგომარეობის განტოლება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XII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მდგომარეობის განტოლების pV=(m/M)RT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განტოლების გამოყენება მარტივ ამოცანებში.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p, V, T სიდიდეების ურთიერთკავშირის გააზრება.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„ფიზიკა-12“.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მენდელეევ-კლაპეირონის განტოლება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pV=(m/M)RT — აირის მდგომარეობის განტოლება.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ცნობილი m, M, T-ით გამოთვალეთ p.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იპოვეთ წნევა 2 მოლი აირისთვის.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დაფაზე ამოხსნა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2 ამოცანა მდგომარეობის განტოლებაზე.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იზოპროცესების გასაგებად.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