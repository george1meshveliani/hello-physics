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იზოთერმული პროცესი (ბოილ-მარიოტის კანონი)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XII - გაკვეთილი 4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იზოთერმული პროცესის პირობის (T=const)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ბოილ-მარიოტის კანონის pV=const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კანონის გამოყენება და p-V გრაფიკის წაკითხვა.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„ფიზიკა-12“.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მილიმეტრიანი ქაღალდი.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კალკულატორი.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ბოილ-მარიოტის კანონი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მუდმივ T-ზე p₁V₁=p₂V₂.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p₁=2 ატმ, V₁=4 ლ, V₂=2 ლ → p₂=4 ატმ.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p₁=1 ატმ, V₁=6 ლ, p₂=3 ატმ-ზე იპოვეთ V₂.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მილიმეტრიანი ქაღალდი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ააგეთ p(V) გრაფიკი იზოთერმული პროცესისთვის მოცემული მონაცემებით.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იზობარული და იზოქორული პროცესებისთვის.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